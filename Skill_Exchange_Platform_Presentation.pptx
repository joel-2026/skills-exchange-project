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A2EB"/>
                </a:solidFill>
              </a:rPr>
              <a:t>Skill Exchange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Democratizing education through community-driven learning.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Traditional education can be expensive and inaccessible.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Valuable real-world skills are often siloed.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Lack of platforms that facilitate reciprocal learning.
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 dynamic, community-driven web application.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Connects eager learners with passionate teachers.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Knowledge becomes the primary currency.
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Core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1-on-1 Personalized Sessions: Tailored mentoring.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Group Workshops: Collaborative learning environments.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Vibrant Community Forum: Asynchronous Q&amp;A.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Real-time Chat: Seamless communication.
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Gamification &amp; Engagement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Achievements: Earn points and badges.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Certificates: Issued by providers upon completion.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Reviews &amp; Ratings: Building community trust.
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System Architecture &amp; 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Frontend: React 19, Vite, Tailwind CSS.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Backend: Supabase (BaaS).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Database: PostgreSQL (Real-time). 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Hosting: Vercel.
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A2EB"/>
                </a:solidFill>
              </a:rPr>
              <a:t>Admin &amp; Moderation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Comprehensive Admin Dashboard.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High-level platform statistics.
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Global moderation tools &amp; flagged content reports.
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A2EB"/>
                </a:solidFill>
              </a:rPr>
              <a:t>Questions &amp; Live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Thank you for your time!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Skill Exchange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Exchange Platform Presentation</dc:title>
  <dc:subject>PptxGenJS Presentation</dc:subject>
  <dc:creator>Skill Exchange Platform</dc:creator>
  <cp:lastModifiedBy>Skill Exchange Platform</cp:lastModifiedBy>
  <cp:revision>1</cp:revision>
  <dcterms:created xsi:type="dcterms:W3CDTF">2026-03-24T20:36:45Z</dcterms:created>
  <dcterms:modified xsi:type="dcterms:W3CDTF">2026-03-24T20:36:45Z</dcterms:modified>
</cp:coreProperties>
</file>